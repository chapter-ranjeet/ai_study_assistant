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64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jeet Yadav" userId="6d3fb9cbd7071e65" providerId="LiveId" clId="{C9D100B6-74A5-407E-8713-05E18C18FF33}"/>
    <pc:docChg chg="custSel modSld">
      <pc:chgData name="Ranjeet Yadav" userId="6d3fb9cbd7071e65" providerId="LiveId" clId="{C9D100B6-74A5-407E-8713-05E18C18FF33}" dt="2026-05-26T05:04:36.212" v="167" actId="1076"/>
      <pc:docMkLst>
        <pc:docMk/>
      </pc:docMkLst>
      <pc:sldChg chg="modSp mod">
        <pc:chgData name="Ranjeet Yadav" userId="6d3fb9cbd7071e65" providerId="LiveId" clId="{C9D100B6-74A5-407E-8713-05E18C18FF33}" dt="2026-05-26T05:04:36.212" v="167" actId="1076"/>
        <pc:sldMkLst>
          <pc:docMk/>
          <pc:sldMk cId="0" sldId="256"/>
        </pc:sldMkLst>
        <pc:spChg chg="mod">
          <ac:chgData name="Ranjeet Yadav" userId="6d3fb9cbd7071e65" providerId="LiveId" clId="{C9D100B6-74A5-407E-8713-05E18C18FF33}" dt="2026-05-26T05:04:32.419" v="166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Ranjeet Yadav" userId="6d3fb9cbd7071e65" providerId="LiveId" clId="{C9D100B6-74A5-407E-8713-05E18C18FF33}" dt="2026-05-26T05:04:36.212" v="167" actId="1076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95132"/>
            <a:ext cx="7772400" cy="1470025"/>
          </a:xfrm>
        </p:spPr>
        <p:txBody>
          <a:bodyPr/>
          <a:lstStyle/>
          <a:p>
            <a:r>
              <a:rPr sz="3600" b="1" dirty="0">
                <a:solidFill>
                  <a:srgbClr val="FFFFFF"/>
                </a:solidFill>
                <a:latin typeface="Calibri"/>
              </a:rPr>
              <a:t>AI Study Assistant</a:t>
            </a:r>
          </a:p>
          <a:p>
            <a:r>
              <a:rPr lang="en-US" sz="3600" b="1" dirty="0">
                <a:solidFill>
                  <a:srgbClr val="FFFFFF"/>
                </a:solidFill>
                <a:latin typeface="Calibri"/>
              </a:rPr>
              <a:t>Final Year Project</a:t>
            </a:r>
            <a:endParaRPr sz="3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71862"/>
            <a:ext cx="6400800" cy="2205318"/>
          </a:xfrm>
        </p:spPr>
        <p:txBody>
          <a:bodyPr>
            <a:normAutofit lnSpcReduction="10000"/>
          </a:bodyPr>
          <a:lstStyle/>
          <a:p>
            <a:r>
              <a:rPr sz="2000" b="0" dirty="0">
                <a:solidFill>
                  <a:srgbClr val="E6E6E6"/>
                </a:solidFill>
                <a:latin typeface="Calibri"/>
              </a:rPr>
              <a:t>Name : </a:t>
            </a:r>
            <a:r>
              <a:rPr lang="en-US" sz="2000" dirty="0">
                <a:solidFill>
                  <a:srgbClr val="E6E6E6"/>
                </a:solidFill>
                <a:latin typeface="Calibri"/>
              </a:rPr>
              <a:t>Rahul Kumar Koiri</a:t>
            </a:r>
            <a:endParaRPr sz="2000" b="0" dirty="0">
              <a:solidFill>
                <a:srgbClr val="E6E6E6"/>
              </a:solidFill>
              <a:latin typeface="Calibri"/>
            </a:endParaRPr>
          </a:p>
          <a:p>
            <a:r>
              <a:rPr sz="2000" b="0" dirty="0">
                <a:solidFill>
                  <a:srgbClr val="E6E6E6"/>
                </a:solidFill>
                <a:latin typeface="Calibri"/>
              </a:rPr>
              <a:t>Course :- </a:t>
            </a:r>
            <a:r>
              <a:rPr lang="en-US" sz="2000" dirty="0">
                <a:solidFill>
                  <a:srgbClr val="E6E6E6"/>
                </a:solidFill>
                <a:latin typeface="Calibri"/>
              </a:rPr>
              <a:t>Diploma</a:t>
            </a:r>
          </a:p>
          <a:p>
            <a:r>
              <a:rPr lang="en-US" sz="2000" b="0" dirty="0">
                <a:solidFill>
                  <a:srgbClr val="E6E6E6"/>
                </a:solidFill>
                <a:latin typeface="Calibri"/>
              </a:rPr>
              <a:t>Branch :- Computer Scienc</a:t>
            </a:r>
            <a:r>
              <a:rPr lang="en-US" sz="2000" dirty="0">
                <a:solidFill>
                  <a:srgbClr val="E6E6E6"/>
                </a:solidFill>
                <a:latin typeface="Calibri"/>
              </a:rPr>
              <a:t>e and Engineering </a:t>
            </a:r>
            <a:endParaRPr sz="2000" b="0" dirty="0">
              <a:solidFill>
                <a:srgbClr val="E6E6E6"/>
              </a:solidFill>
              <a:latin typeface="Calibri"/>
            </a:endParaRPr>
          </a:p>
          <a:p>
            <a:r>
              <a:rPr sz="2000" b="0" dirty="0">
                <a:solidFill>
                  <a:srgbClr val="E6E6E6"/>
                </a:solidFill>
                <a:latin typeface="Calibri"/>
              </a:rPr>
              <a:t>Q-ID :- 2</a:t>
            </a:r>
            <a:r>
              <a:rPr lang="en-US" sz="2000" b="0" dirty="0">
                <a:solidFill>
                  <a:srgbClr val="E6E6E6"/>
                </a:solidFill>
                <a:latin typeface="Calibri"/>
              </a:rPr>
              <a:t>3070035</a:t>
            </a:r>
            <a:endParaRPr sz="2000" b="0" dirty="0">
              <a:solidFill>
                <a:srgbClr val="E6E6E6"/>
              </a:solidFill>
              <a:latin typeface="Calibri"/>
            </a:endParaRPr>
          </a:p>
          <a:p>
            <a:r>
              <a:rPr sz="2000" b="0" dirty="0">
                <a:solidFill>
                  <a:srgbClr val="E6E6E6"/>
                </a:solidFill>
                <a:latin typeface="Calibri"/>
              </a:rPr>
              <a:t>Year: </a:t>
            </a:r>
            <a:r>
              <a:rPr lang="en-US" sz="2000" b="0" dirty="0">
                <a:solidFill>
                  <a:srgbClr val="E6E6E6"/>
                </a:solidFill>
                <a:latin typeface="Calibri"/>
              </a:rPr>
              <a:t>3</a:t>
            </a:r>
            <a:r>
              <a:rPr lang="en-US" sz="2000" dirty="0">
                <a:solidFill>
                  <a:srgbClr val="E6E6E6"/>
                </a:solidFill>
                <a:latin typeface="Calibri"/>
              </a:rPr>
              <a:t>r</a:t>
            </a:r>
            <a:r>
              <a:rPr sz="2000" b="0" dirty="0">
                <a:solidFill>
                  <a:srgbClr val="E6E6E6"/>
                </a:solidFill>
                <a:latin typeface="Calibri"/>
              </a:rPr>
              <a:t>d</a:t>
            </a:r>
          </a:p>
          <a:p>
            <a:r>
              <a:rPr sz="2000" b="0" dirty="0">
                <a:solidFill>
                  <a:srgbClr val="E6E6E6"/>
                </a:solidFill>
                <a:latin typeface="Calibri"/>
              </a:rPr>
              <a:t>Semester :- </a:t>
            </a:r>
            <a:r>
              <a:rPr lang="en-US" sz="2000" b="0" dirty="0">
                <a:solidFill>
                  <a:srgbClr val="E6E6E6"/>
                </a:solidFill>
                <a:latin typeface="Calibri"/>
              </a:rPr>
              <a:t>6</a:t>
            </a:r>
            <a:r>
              <a:rPr sz="2000" b="0" dirty="0">
                <a:solidFill>
                  <a:srgbClr val="E6E6E6"/>
                </a:solidFill>
                <a:latin typeface="Calibri"/>
              </a:rPr>
              <a:t>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0F0F0"/>
                </a:solidFill>
                <a:latin typeface="Calibri"/>
              </a:rPr>
              <a:t>AI Study Assistant is a full-stack educational web application.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It helps students generate concise notes for any topic.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Users can save and revisit previous notes from dashboard history.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Project combines FastAPI, React, SQLAlchemy, and OpenRouter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0F0F0"/>
                </a:solidFill>
                <a:latin typeface="Calibri"/>
              </a:rPr>
              <a:t>Students spend too much time creating notes manually.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Generated content is often not stored in a structured way.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Most generic AI tools do not provide personal note history.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Need a simple system for secure, topic-wise, reusable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0F0F0"/>
                </a:solidFill>
                <a:latin typeface="Calibri"/>
              </a:rPr>
              <a:t>Implement secure signup and login using JWT authentication.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Generate AI-based notes from user-entered topics.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Store notes in a database linked to each user account.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Provide clean dashboard UI with notes history and quick access.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sz="2200">
                <a:solidFill>
                  <a:srgbClr val="F0F0F0"/>
                </a:solidFill>
                <a:latin typeface="Calibri"/>
              </a:rPr>
              <a:t>Frontend: React + Vite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Styling: Tailwind CSS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API Calls: Axios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Routing: React Router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sz="2200">
                <a:solidFill>
                  <a:srgbClr val="F0F0F0"/>
                </a:solidFill>
                <a:latin typeface="Calibri"/>
              </a:rPr>
              <a:t>Backend: FastAPI (Python)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ORM: SQLAlchemy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Auth: JWT + OAuth2 form login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AI Provider: OpenRouter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0F0F0"/>
                </a:solidFill>
                <a:latin typeface="Calibri"/>
              </a:rPr>
              <a:t>Frontend collects input topic and sends authenticated requests.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Backend validates token and identifies current user.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AI service module calls OpenRouter and receives generated notes.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Backend stores notes and returns response to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0F0F0"/>
                </a:solidFill>
                <a:latin typeface="Calibri"/>
              </a:rPr>
              <a:t>users table: id, email, password (hashed).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notes table: id, topic, content, user_id.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Each note is mapped to a specific authenticated user.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Design is simple, scalable, and easy to query.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Core 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0F0F0"/>
                </a:solidFill>
                <a:latin typeface="Calibri"/>
              </a:rPr>
              <a:t>POST /auth/signup  -&gt; Create new account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POST /auth/login  -&gt; Return access token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POST /notes/generate  -&gt; Generate and save notes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GET /notes/history  -&gt; Fetch user note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Screenshot: Signup Page</a:t>
            </a:r>
          </a:p>
        </p:txBody>
      </p:sp>
      <p:pic>
        <p:nvPicPr>
          <p:cNvPr id="3" name="Picture 2" descr="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327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760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DCDCDC"/>
                </a:solidFill>
                <a:latin typeface="Calibri"/>
              </a:rPr>
              <a:t>Figure: User registration page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Screenshot: Dashboard with AI Output</a:t>
            </a:r>
          </a:p>
        </p:txBody>
      </p:sp>
      <p:pic>
        <p:nvPicPr>
          <p:cNvPr id="3" name="Picture 2" descr="dashboard-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327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760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DCDCDC"/>
                </a:solidFill>
                <a:latin typeface="Calibri"/>
              </a:rPr>
              <a:t>Figure: Dashboard after generating notes on topic 'photosynthesis'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Testing and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0F0F0"/>
                </a:solidFill>
                <a:latin typeface="Calibri"/>
              </a:rPr>
              <a:t>Signup and login tested with valid and invalid credentials.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Protected routes validated with bearer token authentication.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Note generation tested with multiple topics.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History retrieval confirmed after successful note creation.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Conclusion and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0F0F0"/>
                </a:solidFill>
                <a:latin typeface="Calibri"/>
              </a:rPr>
              <a:t>Project successfully delivers AI-assisted personalized note generation.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System is modular and suitable for academic demonstration.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Future scope: PDF export, search/filter, categories, streaming output.</a:t>
            </a:r>
          </a:p>
          <a:p>
            <a:r>
              <a:rPr sz="2200">
                <a:solidFill>
                  <a:srgbClr val="F0F0F0"/>
                </a:solidFill>
                <a:latin typeface="Calibri"/>
              </a:rPr>
              <a:t>Can be extended to a broader smart learning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434</Words>
  <Application>Microsoft Office PowerPoint</Application>
  <PresentationFormat>On-screen Show (4:3)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AI Study Assistant Final Year Project</vt:lpstr>
      <vt:lpstr>Project Introduction</vt:lpstr>
      <vt:lpstr>Problem Statement</vt:lpstr>
      <vt:lpstr>Objectives</vt:lpstr>
      <vt:lpstr>Technology Stack</vt:lpstr>
      <vt:lpstr>System Architecture</vt:lpstr>
      <vt:lpstr>Database Design</vt:lpstr>
      <vt:lpstr>Core API Endpoints</vt:lpstr>
      <vt:lpstr>Screenshot: Signup Page</vt:lpstr>
      <vt:lpstr>Screenshot: Dashboard with AI Output</vt:lpstr>
      <vt:lpstr>Testing and Results</vt:lpstr>
      <vt:lpstr>Conclusion and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Ranjeet Yadav</cp:lastModifiedBy>
  <cp:revision>1</cp:revision>
  <dcterms:created xsi:type="dcterms:W3CDTF">2013-01-27T09:14:16Z</dcterms:created>
  <dcterms:modified xsi:type="dcterms:W3CDTF">2026-05-26T05:04:38Z</dcterms:modified>
  <cp:category/>
</cp:coreProperties>
</file>